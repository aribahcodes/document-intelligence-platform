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632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2294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7810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3991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91198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8458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2611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6386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3219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3555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1134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31444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021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39711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0347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97628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83527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91369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722147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1130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65310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24532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06444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96659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8958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86427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48219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2029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39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89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  <p:sldLayoutId id="2147483758" r:id="rId18"/>
    <p:sldLayoutId id="2147483759" r:id="rId19"/>
    <p:sldLayoutId id="2147483760" r:id="rId20"/>
    <p:sldLayoutId id="2147483761" r:id="rId21"/>
    <p:sldLayoutId id="2147483762" r:id="rId22"/>
    <p:sldLayoutId id="2147483763" r:id="rId23"/>
    <p:sldLayoutId id="2147483764" r:id="rId24"/>
    <p:sldLayoutId id="2147483765" r:id="rId25"/>
    <p:sldLayoutId id="2147483766" r:id="rId26"/>
    <p:sldLayoutId id="2147483767" r:id="rId27"/>
    <p:sldLayoutId id="2147483768" r:id="rId2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 PLATFORM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2004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extraction, validation &amp; API platform — built, deployed, and debugged live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Internship — Technical Case Study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Aribah Mariyam  ·  Solution Presentation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" y="1005840"/>
            <a:ext cx="1737360" cy="822960"/>
          </a:xfrm>
          <a:prstGeom prst="rect">
            <a:avLst/>
          </a:prstGeom>
          <a:solidFill>
            <a:srgbClr val="232E3D"/>
          </a:solidFill>
          <a:ln w="12700">
            <a:solidFill>
              <a:srgbClr val="3745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807208" y="1005840"/>
            <a:ext cx="1737360" cy="822960"/>
          </a:xfrm>
          <a:prstGeom prst="rect">
            <a:avLst/>
          </a:prstGeom>
          <a:solidFill>
            <a:srgbClr val="232E3D"/>
          </a:solidFill>
          <a:ln w="12700">
            <a:solidFill>
              <a:srgbClr val="3745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07208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73168" y="1005840"/>
            <a:ext cx="1737360" cy="822960"/>
          </a:xfrm>
          <a:prstGeom prst="rect">
            <a:avLst/>
          </a:prstGeom>
          <a:solidFill>
            <a:srgbClr val="232E3D"/>
          </a:solidFill>
          <a:ln w="12700">
            <a:solidFill>
              <a:srgbClr val="374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39128" y="1005840"/>
            <a:ext cx="1737360" cy="822960"/>
          </a:xfrm>
          <a:prstGeom prst="rect">
            <a:avLst/>
          </a:prstGeom>
          <a:solidFill>
            <a:srgbClr val="232E3D"/>
          </a:solidFill>
          <a:ln w="12700">
            <a:solidFill>
              <a:srgbClr val="3745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39128" y="1005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41248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Live: document-intelligence-platform-qip5.onrender.com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589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bank statements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251460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provided dataset turned out to be genuine HDFC Bank consolidated financial statements (2017–2024) — bank-format Balance Sheets, P&amp;L accounts, and Cash Flow statements, each showing two comparative periods side by side, plus real scanned receipts and synthetic multi-line invoices.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0" y="2167128"/>
            <a:ext cx="4663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0" y="2395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in scope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0" y="2898648"/>
            <a:ext cx="365760" cy="365760"/>
          </a:xfrm>
          <a:prstGeom prst="ellipse">
            <a:avLst/>
          </a:prstGeom>
          <a:solidFill>
            <a:srgbClr val="2F6F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8712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SROIE receipts + synthetic multi-line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3648456"/>
            <a:ext cx="365760" cy="365760"/>
          </a:xfrm>
          <a:prstGeom prst="ellipse">
            <a:avLst/>
          </a:prstGeom>
          <a:solidFill>
            <a:srgbClr val="2F6F7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36210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39044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Bank, 2017–2024, 2 periods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4398264"/>
            <a:ext cx="365760" cy="365760"/>
          </a:xfrm>
          <a:prstGeom prst="ellipse">
            <a:avLst/>
          </a:prstGeom>
          <a:solidFill>
            <a:srgbClr val="2F6F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4370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46542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/ Expenditure / Appropriations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0" y="5148072"/>
            <a:ext cx="365760" cy="365760"/>
          </a:xfrm>
          <a:prstGeom prst="ellipse">
            <a:avLst/>
          </a:prstGeom>
          <a:solidFill>
            <a:srgbClr val="2F6F7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5120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Statement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54041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scanned statements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Platform — AI Engineer Internship Case Study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five stages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2501724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2702892"/>
            <a:ext cx="457200" cy="457200"/>
          </a:xfrm>
          <a:prstGeom prst="ellipse">
            <a:avLst/>
          </a:prstGeom>
          <a:solidFill>
            <a:srgbClr val="2F6F7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" y="27028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327896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3672156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type, integrity,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limit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9776" y="2501724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4368" y="2702892"/>
            <a:ext cx="457200" cy="457200"/>
          </a:xfrm>
          <a:prstGeom prst="ellipse">
            <a:avLst/>
          </a:prstGeom>
          <a:solidFill>
            <a:srgbClr val="2F6F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44368" y="27028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327896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Text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672156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PDF text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Tesseract OCR fallback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2501724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93792" y="2702892"/>
            <a:ext cx="457200" cy="457200"/>
          </a:xfrm>
          <a:prstGeom prst="ellipse">
            <a:avLst/>
          </a:prstGeom>
          <a:solidFill>
            <a:srgbClr val="2F6F7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93792" y="27028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193792" y="327896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Extraction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3672156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structures fields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retry on 503/429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78624" y="2501724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2702892"/>
            <a:ext cx="457200" cy="457200"/>
          </a:xfrm>
          <a:prstGeom prst="ellipse">
            <a:avLst/>
          </a:prstGeom>
          <a:solidFill>
            <a:srgbClr val="2F6F7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43216" y="27028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43216" y="327896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Finances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43216" y="3672156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Per-period checks: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/ N/A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28048" y="2501724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2702892"/>
            <a:ext cx="457200" cy="457200"/>
          </a:xfrm>
          <a:prstGeom prst="ellipse">
            <a:avLst/>
          </a:prstGeom>
          <a:solidFill>
            <a:srgbClr val="2F6F7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27028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327896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&amp; Serve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3672156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REST API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 calls it too)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30352" y="478772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genuinely calls the deployed REST API via fetch() — it does not take a shortcut through the backend's internal services. Same contract an external client would use.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Platform — AI Engineer Internship Case Study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3880" y="9004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chosen for a 3-day build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49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+ flask-smorest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Swagger docs at /docs, minimal boilerplate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2194560"/>
            <a:ext cx="5349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32257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PyMuPDF + Tesseract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6974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PDF text where available; free OCR fallback for scans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93592"/>
            <a:ext cx="5349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72160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API (gemini-3.6-flash)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9651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tier, structured JSON, configurable model name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593592"/>
            <a:ext cx="5349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72160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(SQLAlchemy)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09651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setup; swaps to Postgres via one env var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92624"/>
            <a:ext cx="5349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12064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 + vanilla JS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49554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UI, minimal custom CSS, real fetch() to the API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992624"/>
            <a:ext cx="5349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512064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on Render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549554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needs a system package — Docker is the only option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Platform — AI Engineer Internship Case Study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3880" y="905629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Hand-verified against real 2017–2024 figures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470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returns formula, operands, calculated value, reported value, variance, and status — PASS, FAIL, or NOT_APPLICABLE when a required field genuinely isn't present. All formulas below were checked by hand against real HDFC Bank figures before being encoded, and every check runs twice (current + prior period) since the real statements show two years side by side.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52717"/>
            <a:ext cx="10515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52717"/>
            <a:ext cx="1920240" cy="621792"/>
          </a:xfrm>
          <a:prstGeom prst="rect">
            <a:avLst/>
          </a:prstGeom>
          <a:solidFill>
            <a:srgbClr val="EFEDE6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52717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752717"/>
            <a:ext cx="8275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5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 + tax − discount ≈ total  ·  Σ line items ≈ subtotal  ·  qty × price ≈ amount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529957"/>
            <a:ext cx="10515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550718"/>
            <a:ext cx="1920240" cy="621792"/>
          </a:xfrm>
          <a:prstGeom prst="rect">
            <a:avLst/>
          </a:prstGeom>
          <a:solidFill>
            <a:srgbClr val="EFEDE6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529957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Sheet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529957"/>
            <a:ext cx="8275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5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 + reserves + deposits + borrowings + … ≈ total_capital_and_liabilities ≈ total_assets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307197"/>
            <a:ext cx="10515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284710"/>
            <a:ext cx="1920240" cy="621792"/>
          </a:xfrm>
          <a:prstGeom prst="rect">
            <a:avLst/>
          </a:prstGeom>
          <a:solidFill>
            <a:srgbClr val="EFEDE6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307197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&amp; Loss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4307197"/>
            <a:ext cx="8275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5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interest_earned + other_income ≈ total_income  ·  total_income − total_expenditure ≈ net_profit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084437"/>
            <a:ext cx="10515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084437"/>
            <a:ext cx="1920240" cy="621792"/>
          </a:xfrm>
          <a:prstGeom prst="rect">
            <a:avLst/>
          </a:prstGeom>
          <a:solidFill>
            <a:srgbClr val="EFEDE6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084437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5084437"/>
            <a:ext cx="8275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5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operating + investing + financing + fx ≈ net_increase  ·  opening + net_increase ≈ closing_cash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16379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Tolerance: 1% relative (or 0.01 absolute, whichever is larger). Verified: all real 2024 figures pass exactly.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Platform — AI Engineer Internship Case Study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DEBUGGED AGAINST REAL TRAFFIC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3880" y="822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 bugs, found live, fixed and tested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48256"/>
            <a:ext cx="10515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21992"/>
            <a:ext cx="411480" cy="411480"/>
          </a:xfrm>
          <a:prstGeom prst="ellipse">
            <a:avLst/>
          </a:prstGeom>
          <a:solidFill>
            <a:srgbClr val="FBEA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31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B44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9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762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429 rate limits were silently never retried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5117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Gemini's SDK raises a different exception class for 4xx vs 5xx errors. A retry filter that only caught the 5xx class let 429s slip through unretried — caught via live traffic, fixed, and covered by a dedicated regression test.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465576"/>
            <a:ext cx="10515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9167" y="3599190"/>
            <a:ext cx="411480" cy="411480"/>
          </a:xfrm>
          <a:prstGeom prst="ellipse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48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B44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9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9359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startup race on SQLite table creation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9684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Gunicorn worker processes both tried CREATE TABLE at boot, crashing one. Fixed by reducing to one process.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882896"/>
            <a:ext cx="10515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9167" y="5048701"/>
            <a:ext cx="411480" cy="411480"/>
          </a:xfrm>
          <a:prstGeom prst="ellipse">
            <a:avLst/>
          </a:prstGeom>
          <a:solidFill>
            <a:srgbClr val="FBEA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065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B44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9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01091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checks starved during long requests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3858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single-threaded worker couldn't answer Render's health ping while busy with a 60-90s OCR/Gemini call, so Render killed the container mid-request. Fixed with a threaded worker (1 process, 4 threads).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Platform — AI Engineer Internship Case Study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REST endpoints, called by the frontend itself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68680" cy="457200"/>
          </a:xfrm>
          <a:prstGeom prst="rect">
            <a:avLst/>
          </a:prstGeom>
          <a:solidFill>
            <a:srgbClr val="2F6F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/api/v1/documents/process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965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process a PDF/JPG/PNG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868680" cy="457200"/>
          </a:xfrm>
          <a:prstGeom prst="rect">
            <a:avLst/>
          </a:prstGeom>
          <a:solidFill>
            <a:srgbClr val="2354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5877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/api/v1/documents/{name}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5877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structured result by document name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9544"/>
            <a:ext cx="868680" cy="457200"/>
          </a:xfrm>
          <a:prstGeom prst="rect">
            <a:avLst/>
          </a:prstGeom>
          <a:solidFill>
            <a:srgbClr val="2354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095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2095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/api/v1/documents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320954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processed documents — what the History tab fetches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868680" cy="457200"/>
          </a:xfrm>
          <a:prstGeom prst="rect">
            <a:avLst/>
          </a:prstGeom>
          <a:solidFill>
            <a:srgbClr val="2354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83133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8313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/api/v1/health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83133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check, wired to Render's platform monitoring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03420"/>
            <a:ext cx="10515600" cy="169164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6863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returns the same structured error shape — no stack traces, no secrets: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977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"error": { "code": "UNSUPPORTED_FILE_TYPE", "message": "Only PDF / JPG / PNG documents are supported." } }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6921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Swagger / OpenAPI docs: document-intelligence-platform-qip5.onrender.com/docs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333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Platform — AI Engineer Internship Case Study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92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automated tests, zero API quota consumed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6774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services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6774" y="2331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6814" y="2331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document_validation_service — file checks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6774" y="27157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6814" y="2715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ocr_service — PyMuPDF + Tesseract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6774" y="30998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6814" y="30998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extraction_service — Gemini + retry logic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6774" y="34838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6814" y="34838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financial_validation_service — formulas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6774" y="38679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66814" y="38679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document_repository — persistence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24614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files — 33 passing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4614" y="2331720"/>
            <a:ext cx="5029200" cy="502920"/>
          </a:xfrm>
          <a:prstGeom prst="rect">
            <a:avLst/>
          </a:prstGeom>
          <a:solidFill>
            <a:srgbClr val="E7F2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7494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test_validation.py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0614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tests — file + financial checks, real HDFC figures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4614" y="2953512"/>
            <a:ext cx="5029200" cy="502920"/>
          </a:xfrm>
          <a:prstGeom prst="rect">
            <a:avLst/>
          </a:prstGeom>
          <a:solidFill>
            <a:srgbClr val="E7F2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7494" y="2953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test_extraction.py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410614" y="29535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 — mocked Gemini, incl. 429/503 retry regressions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4614" y="3575304"/>
            <a:ext cx="5029200" cy="502920"/>
          </a:xfrm>
          <a:prstGeom prst="rect">
            <a:avLst/>
          </a:prstGeom>
          <a:solidFill>
            <a:srgbClr val="E7F2E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7494" y="35753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test_api.py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410614" y="35753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 — full upload → process → list → retrieve flow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6774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outputs — all required scenarios covered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6774" y="5093208"/>
            <a:ext cx="237744" cy="237744"/>
          </a:xfrm>
          <a:prstGeom prst="ellipse">
            <a:avLst/>
          </a:prstGeom>
          <a:solidFill>
            <a:srgbClr val="E7F2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6774" y="5093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72" dirty="0"/>
          </a:p>
        </p:txBody>
      </p:sp>
      <p:sp>
        <p:nvSpPr>
          <p:cNvPr id="28" name="Text 26"/>
          <p:cNvSpPr txBox="1"/>
          <p:nvPr/>
        </p:nvSpPr>
        <p:spPr>
          <a:xfrm>
            <a:off x="930822" y="5074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document types, PASS — real hand-verified figures, not synthetic data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6774" y="5458968"/>
            <a:ext cx="237744" cy="237744"/>
          </a:xfrm>
          <a:prstGeom prst="ellipse">
            <a:avLst/>
          </a:prstGeom>
          <a:solidFill>
            <a:srgbClr val="E7F2E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6774" y="5458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72" dirty="0"/>
          </a:p>
        </p:txBody>
      </p:sp>
      <p:sp>
        <p:nvSpPr>
          <p:cNvPr id="31" name="Text 29"/>
          <p:cNvSpPr txBox="1"/>
          <p:nvPr/>
        </p:nvSpPr>
        <p:spPr>
          <a:xfrm>
            <a:off x="930822" y="54406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validation FAILURE — deliberately mismatched invoice total, caught correctly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6774" y="5824728"/>
            <a:ext cx="237744" cy="237744"/>
          </a:xfrm>
          <a:prstGeom prst="ellipse">
            <a:avLst/>
          </a:prstGeom>
          <a:solidFill>
            <a:srgbClr val="E7F2E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6774" y="5824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72" dirty="0"/>
          </a:p>
        </p:txBody>
      </p:sp>
      <p:sp>
        <p:nvSpPr>
          <p:cNvPr id="34" name="Text 32"/>
          <p:cNvSpPr txBox="1"/>
          <p:nvPr/>
        </p:nvSpPr>
        <p:spPr>
          <a:xfrm>
            <a:off x="930822" y="58064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Missing-fields scenario — 10/10 checks correctly NOT_APPLICABLE, never wrongly FAILed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6774" y="6190488"/>
            <a:ext cx="237744" cy="237744"/>
          </a:xfrm>
          <a:prstGeom prst="ellipse">
            <a:avLst/>
          </a:prstGeom>
          <a:solidFill>
            <a:srgbClr val="E7F2E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6774" y="6190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2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72" dirty="0"/>
          </a:p>
        </p:txBody>
      </p:sp>
      <p:sp>
        <p:nvSpPr>
          <p:cNvPr id="37" name="Text 35"/>
          <p:cNvSpPr txBox="1"/>
          <p:nvPr/>
        </p:nvSpPr>
        <p:spPr>
          <a:xfrm>
            <a:off x="930822" y="617220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file type + empty file — clean structured error responses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Platform — AI Engineer Internship Case Study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&amp; what production would add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35124"/>
            <a:ext cx="5212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631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free-tier quota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380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requests/day — hit during real testing; billing removes the cap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461004"/>
            <a:ext cx="5212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890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on Render free tier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639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is ephemeral across redeploys — Postgres via DATABASE_URL for prod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786884"/>
            <a:ext cx="5212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9149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worker process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28980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to fix a real SQLite race — Postgres + more workers for real concurrency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135124"/>
            <a:ext cx="5212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22631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grounding verification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6380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source_text isn't yet checked to appear verbatim in the source document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461004"/>
            <a:ext cx="5212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35890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Synchronous processing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9639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docs block the request — spec explicitly allows this for the assessment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4786884"/>
            <a:ext cx="5212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49149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auth / rate limiting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528980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evaluation; required before any multi-tenant production use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Platform — AI Engineer Internship Case Study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154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Deployed, tested against real traffic, and ready to walk through.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document-intelligence-platform-qip5.onrender.com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document-intelligence-platform-qip5.onrender.com/api/v1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846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document-intelligence-platform-qip5.onrender.com/docs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5303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github.com/Aribahcodes/Document-Intelligence-Platform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1212</Words>
  <Application>Microsoft Office PowerPoint</Application>
  <PresentationFormat>Widescreen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Aribah Mariyam</cp:lastModifiedBy>
  <cp:revision>3</cp:revision>
  <dcterms:created xsi:type="dcterms:W3CDTF">2026-09-12T01:54:51Z</dcterms:created>
  <dcterms:modified xsi:type="dcterms:W3CDTF">2026-09-12T02:13:24Z</dcterms:modified>
</cp:coreProperties>
</file>